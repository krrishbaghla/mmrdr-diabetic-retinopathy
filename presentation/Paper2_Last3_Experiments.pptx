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rish Baghla" userId="3b964c8f1e852020" providerId="LiveId" clId="{213DE14E-608F-4EC9-94F1-75C0C624FED5}"/>
    <pc:docChg chg="modSld">
      <pc:chgData name="Krrish Baghla" userId="3b964c8f1e852020" providerId="LiveId" clId="{213DE14E-608F-4EC9-94F1-75C0C624FED5}" dt="2026-08-13T14:21:23.834" v="1" actId="729"/>
      <pc:docMkLst>
        <pc:docMk/>
      </pc:docMkLst>
      <pc:sldChg chg="mod modShow">
        <pc:chgData name="Krrish Baghla" userId="3b964c8f1e852020" providerId="LiveId" clId="{213DE14E-608F-4EC9-94F1-75C0C624FED5}" dt="2026-08-13T14:20:00.127" v="0" actId="729"/>
        <pc:sldMkLst>
          <pc:docMk/>
          <pc:sldMk cId="0" sldId="259"/>
        </pc:sldMkLst>
      </pc:sldChg>
      <pc:sldChg chg="mod modShow">
        <pc:chgData name="Krrish Baghla" userId="3b964c8f1e852020" providerId="LiveId" clId="{213DE14E-608F-4EC9-94F1-75C0C624FED5}" dt="2026-08-13T14:21:23.834" v="1" actId="729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8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This talk covers the three experiments I worked on most recently in the report -</a:t>
            </a:r>
          </a:p>
          <a:p>
            <a:r>
              <a:t>Experiment II, Experiment X and Experiment XI.</a:t>
            </a:r>
          </a:p>
          <a:p>
            <a:endParaRPr/>
          </a:p>
          <a:p>
            <a:r>
              <a:t>For each one I will follow the same simple structure: what the situation was before, what exactly</a:t>
            </a:r>
          </a:p>
          <a:p>
            <a:r>
              <a:t>I changed, and what the result was after the change.</a:t>
            </a:r>
          </a:p>
          <a:p>
            <a:endParaRPr/>
          </a:p>
          <a:p>
            <a:r>
              <a:t>Very quickly, the three stories are:</a:t>
            </a:r>
          </a:p>
          <a:p>
            <a:r>
              <a:t>Experiment II is a correction. We had a bad number for a well-known foundation model, and I found</a:t>
            </a:r>
          </a:p>
          <a:p>
            <a:r>
              <a:t>out why and fixed it.</a:t>
            </a:r>
          </a:p>
          <a:p>
            <a:r>
              <a:t>Experiment X is a new idea we tested honestly - generating fake retina images to help rare</a:t>
            </a:r>
          </a:p>
          <a:p>
            <a:r>
              <a:t>diseases - and it did not work, and I will explain why that is still a useful result.</a:t>
            </a:r>
          </a:p>
          <a:p>
            <a:r>
              <a:t>Experiment XI is the closing experiment - we finally tested our models on data from completely</a:t>
            </a:r>
          </a:p>
          <a:p>
            <a:r>
              <a:t>different hospitals and cameras, to see if they actually generalise.</a:t>
            </a:r>
          </a:p>
          <a:p>
            <a:endParaRPr/>
          </a:p>
          <a:p>
            <a:r>
              <a:t>I will keep the numbers simple and highlight only the ones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whole talk in one table. If you remember nothing else, remember these three rows.</a:t>
            </a:r>
          </a:p>
          <a:p>
            <a:endParaRPr/>
          </a:p>
          <a:p>
            <a:r>
              <a:t>Row one - Experiment II. Earlier we had a very poor number, 66.5 percent, from RETFound. RETFound is</a:t>
            </a:r>
          </a:p>
          <a:p>
            <a:r>
              <a:t>a foundation model trained on 1.6 million retina images, so a poor number was suspicious. I audited</a:t>
            </a:r>
          </a:p>
          <a:p>
            <a:r>
              <a:t>the code and found the pretrained weights were never actually being loaded. After rebuilding it</a:t>
            </a:r>
          </a:p>
          <a:p>
            <a:r>
              <a:t>properly we got 80.94 percent, which matches the published paper.</a:t>
            </a:r>
          </a:p>
          <a:p>
            <a:endParaRPr/>
          </a:p>
          <a:p>
            <a:r>
              <a:t>Row two - Experiment X. Our rare diseases have very few images - retinal detachment has only 238.</a:t>
            </a:r>
          </a:p>
          <a:p>
            <a:r>
              <a:t>Earlier we simply repeated those images during training. Here I trained a diffusion model to create</a:t>
            </a:r>
          </a:p>
          <a:p>
            <a:r>
              <a:t>brand new synthetic rare retinas. The honest answer is that it did not help - the real-only baseline</a:t>
            </a:r>
          </a:p>
          <a:p>
            <a:r>
              <a:t>stayed best.</a:t>
            </a:r>
          </a:p>
          <a:p>
            <a:endParaRPr/>
          </a:p>
          <a:p>
            <a:r>
              <a:t>Row three - Experiment XI. Until now everything was trained and tested on the same dataset. Here we</a:t>
            </a:r>
          </a:p>
          <a:p>
            <a:r>
              <a:t>tested on two outside datasets the model had never seen, and the models held up well.</a:t>
            </a:r>
          </a:p>
          <a:p>
            <a:endParaRPr/>
          </a:p>
          <a:p>
            <a:r>
              <a:t>So: one correction, one honest negative, one positive closing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set up the problem. RETFound is a foundation model - it was pretrained on 1.6 million retinal</a:t>
            </a:r>
          </a:p>
          <a:p>
            <a:r>
              <a:t>images, so it should be very good at diabetic retinopathy. The dataset paper reports 82.2 percent</a:t>
            </a:r>
          </a:p>
          <a:p>
            <a:r>
              <a:t>accuracy with it.</a:t>
            </a:r>
          </a:p>
          <a:p>
            <a:endParaRPr/>
          </a:p>
          <a:p>
            <a:r>
              <a:t>Our earlier attempt got only 66.5 percent. That is a gap of nearly 16 points, and that should make</a:t>
            </a:r>
          </a:p>
          <a:p>
            <a:r>
              <a:t>anyone uncomfortable. A model with that much pretraining should not perform that badly.</a:t>
            </a:r>
          </a:p>
          <a:p>
            <a:endParaRPr/>
          </a:p>
          <a:p>
            <a:r>
              <a:t>Now, the easy thing would have been to write in the report "the foundation model did not transfer</a:t>
            </a:r>
          </a:p>
          <a:p>
            <a:r>
              <a:t>well to our data" and move on. Many projects do exactly that.</a:t>
            </a:r>
          </a:p>
          <a:p>
            <a:endParaRPr/>
          </a:p>
          <a:p>
            <a:r>
              <a:t>Instead I decided to audit the code first. The reason is important, and it is the main lesson of</a:t>
            </a:r>
          </a:p>
          <a:p>
            <a:r>
              <a:t>this experiment: a silent software bug and a genuine negative result look identical from the</a:t>
            </a:r>
          </a:p>
          <a:p>
            <a:r>
              <a:t>outside. Both just give you a low number. The only way to tell them apart is to explicitly test</a:t>
            </a:r>
          </a:p>
          <a:p>
            <a:r>
              <a:t>whether your code did what you think it did.</a:t>
            </a:r>
          </a:p>
          <a:p>
            <a:endParaRPr/>
          </a:p>
          <a:p>
            <a:r>
              <a:t>So I went through the weight-loading path line by line before re-running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what the audit found. Three defects, and the first one alone makes the old number meaningless.</a:t>
            </a:r>
          </a:p>
          <a:p>
            <a:endParaRPr/>
          </a:p>
          <a:p>
            <a:r>
              <a:t>Defect one, and this is the big one. RETFound gives you a checkpoint whose parameter names follow the</a:t>
            </a:r>
          </a:p>
          <a:p>
            <a:r>
              <a:t>timm library's convention. The old notebook was building the model with torchvision instead, and it</a:t>
            </a:r>
          </a:p>
          <a:p>
            <a:r>
              <a:t>tried to convert the names by simple text replacement. But those two libraries do not just name things</a:t>
            </a:r>
          </a:p>
          <a:p>
            <a:r>
              <a:t>differently - they structure the model differently. So the names did not match. And because the load</a:t>
            </a:r>
          </a:p>
          <a:p>
            <a:r>
              <a:t>was done with strict equals False, PyTorch quietly ignored every tensor that did not match. Only 4 out</a:t>
            </a:r>
          </a:p>
          <a:p>
            <a:r>
              <a:t>of 294 tensors actually got loaded - basically just the input layer and the last normalisation. And on</a:t>
            </a:r>
          </a:p>
          <a:p>
            <a:r>
              <a:t>top of that, the code printed "weights loaded successfully" regardless. So we were training a</a:t>
            </a:r>
          </a:p>
          <a:p>
            <a:r>
              <a:t>completely random ViT-Large from scratch on nine thousand images. Large transformers are known to do</a:t>
            </a:r>
          </a:p>
          <a:p>
            <a:r>
              <a:t>badly in that situation. That is your 66.5 percent.</a:t>
            </a:r>
          </a:p>
          <a:p>
            <a:endParaRPr/>
          </a:p>
          <a:p>
            <a:r>
              <a:t>Defect two. The freezing function tried to pull the block number out of the parameter name by</a:t>
            </a:r>
          </a:p>
          <a:p>
            <a:r>
              <a:t>splitting on dots and taking position three. On a real name, position three is the text "ln_1", not a</a:t>
            </a:r>
          </a:p>
          <a:p>
            <a:r>
              <a:t>number, so it crashed inside the loop and skipped everything. Nothing was ever frozen.</a:t>
            </a:r>
          </a:p>
          <a:p>
            <a:endParaRPr/>
          </a:p>
          <a:p>
            <a:r>
              <a:t>Defect three is a set of smaller protocol issues - no learning rate schedule, no fixed seed, a random</a:t>
            </a:r>
          </a:p>
          <a:p>
            <a:r>
              <a:t>split instead of the official one, and validation being reused as the test set. Even a correct number</a:t>
            </a:r>
          </a:p>
          <a:p>
            <a:r>
              <a:t>would not have been fair to compare with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did I change? The left panel is the old way, the right panel is the new way.</a:t>
            </a:r>
          </a:p>
          <a:p>
            <a:endParaRPr/>
          </a:p>
          <a:p>
            <a:r>
              <a:t>The key fix is on the first line: instead of fighting to rename keys, I build the model with timm -</a:t>
            </a:r>
          </a:p>
          <a:p>
            <a:r>
              <a:t>the same library RETFound itself used. Then the names match automatically and no translation is</a:t>
            </a:r>
          </a:p>
          <a:p>
            <a:r>
              <a:t>needed. The only tensor that genuinely needs changing is the position embedding, because we train at</a:t>
            </a:r>
          </a:p>
          <a:p>
            <a:r>
              <a:t>512 by 512 instead of 224, so it is interpolated from 197 positions to 1025.</a:t>
            </a:r>
          </a:p>
          <a:p>
            <a:endParaRPr/>
          </a:p>
          <a:p>
            <a:r>
              <a:t>Second, instead of freezing layers, I fine-tune the whole network - all 304 million parameters - but</a:t>
            </a:r>
          </a:p>
          <a:p>
            <a:r>
              <a:t>with layer-wise learning rate decay of 0.65. That means the early layers get a very small learning</a:t>
            </a:r>
          </a:p>
          <a:p>
            <a:r>
              <a:t>rate and the top layers get a large one. It is a soft version of freezing, and it is what the</a:t>
            </a:r>
          </a:p>
          <a:p>
            <a:r>
              <a:t>published protocol uses.</a:t>
            </a:r>
          </a:p>
          <a:p>
            <a:endParaRPr/>
          </a:p>
          <a:p>
            <a:r>
              <a:t>Third, I switched to the dataset's own official train-test split, so our numbers are actually</a:t>
            </a:r>
          </a:p>
          <a:p>
            <a:r>
              <a:t>comparable to the paper, and the test set is never touched during training.</a:t>
            </a:r>
          </a:p>
          <a:p>
            <a:endParaRPr/>
          </a:p>
          <a:p>
            <a:r>
              <a:t>Now the bottom row, which I think is the real contribution. I added three checks that crash the run if</a:t>
            </a:r>
          </a:p>
          <a:p>
            <a:r>
              <a:t>they fail, instead of printing a message. Check one counts the tensors - 288 out of 288 matched. Check</a:t>
            </a:r>
          </a:p>
          <a:p>
            <a:r>
              <a:t>two looks at the statistics of the weights: in a real pretrained transformer the attention weights get</a:t>
            </a:r>
          </a:p>
          <a:p>
            <a:r>
              <a:t>more spread out with depth, in a random one they are flat. This check uses no parameter names at all,</a:t>
            </a:r>
          </a:p>
          <a:p>
            <a:r>
              <a:t>so a naming coincidence cannot fool it. Check three freezes the backbone, trains only a linear head,</a:t>
            </a:r>
          </a:p>
          <a:p>
            <a:r>
              <a:t>and confirms it beats the majority-class baseline - a random network simply cannot do that. The old</a:t>
            </a:r>
          </a:p>
          <a:p>
            <a:r>
              <a:t>setup would have failed this test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result. The table compares the paper's published numbers with ours on the held-out test set.</a:t>
            </a:r>
          </a:p>
          <a:p>
            <a:endParaRPr/>
          </a:p>
          <a:p>
            <a:r>
              <a:t>Grade accuracy: paper says 0.822, we got 0.8094, and our 95 percent confidence interval goes up to</a:t>
            </a:r>
          </a:p>
          <a:p>
            <a:r>
              <a:t>0.825 - so the paper's value sits inside our interval. That is a statistical match, not a miss. Same</a:t>
            </a:r>
          </a:p>
          <a:p>
            <a:r>
              <a:t>story for grade F1 and lesion accuracy. Three out of four metrics reproduced.</a:t>
            </a:r>
          </a:p>
          <a:p>
            <a:endParaRPr/>
          </a:p>
          <a:p>
            <a:r>
              <a:t>The fourth one, lesion macro-F1, is lower at 0.605 and it is worth explaining because it looks like a</a:t>
            </a:r>
          </a:p>
          <a:p>
            <a:r>
              <a:t>failure but is not. The problem is one lesion called VB/IRMA. At the standard 0.5 threshold it scores</a:t>
            </a:r>
          </a:p>
          <a:p>
            <a:r>
              <a:t>exactly zero F1. But its AUROC is 0.949, which means the model ranks those cases almost perfectly - it</a:t>
            </a:r>
          </a:p>
          <a:p>
            <a:r>
              <a:t>knows which images have the lesion, it just never gives them a probability above 0.5. That happens</a:t>
            </a:r>
          </a:p>
          <a:p>
            <a:r>
              <a:t>because there are only 43 positive cases in the test set. And because a single zero goes straight into</a:t>
            </a:r>
          </a:p>
          <a:p>
            <a:r>
              <a:t>a seven-class average, that one lesion alone costs about 0.10 of the score. If we fit per-lesion</a:t>
            </a:r>
          </a:p>
          <a:p>
            <a:r>
              <a:t>thresholds on the validation set - never touching test - the score recovers to 0.674, essentially the</a:t>
            </a:r>
          </a:p>
          <a:p>
            <a:r>
              <a:t>published value.</a:t>
            </a:r>
          </a:p>
          <a:p>
            <a:endParaRPr/>
          </a:p>
          <a:p>
            <a:r>
              <a:t>And the headline: 66.5 to 80.94 percent. That is 14.4 points, and it came entirely from loading the</a:t>
            </a:r>
          </a:p>
          <a:p>
            <a:r>
              <a:t>weights correctly. Not from training longer, not from a better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Experiment X, and this is a different kind of story.</a:t>
            </a:r>
          </a:p>
          <a:p>
            <a:endParaRPr/>
          </a:p>
          <a:p>
            <a:r>
              <a:t>The problem is rare classes. In the ultra-widefield data, retinal detachment appears in only 238</a:t>
            </a:r>
          </a:p>
          <a:p>
            <a:r>
              <a:t>images - about 2 percent. Everything we had done before to handle this was oversampling: show those</a:t>
            </a:r>
          </a:p>
          <a:p>
            <a:r>
              <a:t>same 238 images more often during training. But repeating an image adds no new information. The</a:t>
            </a:r>
          </a:p>
          <a:p>
            <a:r>
              <a:t>network can simply memorise those particular pictures instead of learning what a detachment looks</a:t>
            </a:r>
          </a:p>
          <a:p>
            <a:r>
              <a:t>like.</a:t>
            </a:r>
          </a:p>
          <a:p>
            <a:endParaRPr/>
          </a:p>
          <a:p>
            <a:r>
              <a:t>So the idea here was: what if we generate genuinely new rare-lesion retinas? I trained a conditional</a:t>
            </a:r>
          </a:p>
          <a:p>
            <a:r>
              <a:t>diffusion model - a DDPM. The way it works is simple in principle: you take a real retina and add</a:t>
            </a:r>
          </a:p>
          <a:p>
            <a:r>
              <a:t>noise to it in 200 small steps until it is pure static, then you train a small U-Net to reverse that,</a:t>
            </a:r>
          </a:p>
          <a:p>
            <a:r>
              <a:t>to predict the noise that was added. Once it can do that, you can start from pure noise and walk</a:t>
            </a:r>
          </a:p>
          <a:p>
            <a:r>
              <a:t>backwards to get a new image. The word "conditional" means we also feed in a flag saying "this one has</a:t>
            </a:r>
          </a:p>
          <a:p>
            <a:r>
              <a:t>a rare lesion", so at generation time we can ask for rare cases specifically. Classifier-free guidance</a:t>
            </a:r>
          </a:p>
          <a:p>
            <a:r>
              <a:t>is the technique that makes that request stronger - we set the guidance scale to 3.</a:t>
            </a:r>
          </a:p>
          <a:p>
            <a:endParaRPr/>
          </a:p>
          <a:p>
            <a:r>
              <a:t>The important part is the bottom box. I decided the success criterion before running anything.</a:t>
            </a:r>
          </a:p>
          <a:p>
            <a:r>
              <a:t>Synthetic data has to beat both the real-only baseline and plain oversampling on rare-class recall,</a:t>
            </a:r>
          </a:p>
          <a:p>
            <a:r>
              <a:t>measured on a test set that is 100 percent real, without damaging the two guardrail metrics. That</a:t>
            </a:r>
          </a:p>
          <a:p>
            <a:r>
              <a:t>rule was fixed in advance so the result could not be rationalised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actually came out of the generator?</a:t>
            </a:r>
          </a:p>
          <a:p>
            <a:endParaRPr/>
          </a:p>
          <a:p>
            <a:r>
              <a:t>The training itself went well. The loss - which measures how accurately the U-Net predicts the noise -</a:t>
            </a:r>
          </a:p>
          <a:p>
            <a:r>
              <a:t>dropped from 0.081 down to 0.0161 and converged smoothly over 41 epochs on two T4 GPUs. I also checked</a:t>
            </a:r>
          </a:p>
          <a:p>
            <a:r>
              <a:t>for mode collapse, which is when a generator produces the same image over and over. It did not happen -</a:t>
            </a:r>
          </a:p>
          <a:p>
            <a:r>
              <a:t>the samples are genuinely different from each other.</a:t>
            </a:r>
          </a:p>
          <a:p>
            <a:endParaRPr/>
          </a:p>
          <a:p>
            <a:r>
              <a:t>But look at the pictures on the left. The top row is real retinas, the bottom row is what the model</a:t>
            </a:r>
          </a:p>
          <a:p>
            <a:r>
              <a:t>generated. You can see it learned the shape of the field of view and the green-orange colour of</a:t>
            </a:r>
          </a:p>
          <a:p>
            <a:r>
              <a:t>ultra-widefield imaging. What you cannot see is any blood vessels, or any lesion. It learned what a</a:t>
            </a:r>
          </a:p>
          <a:p>
            <a:r>
              <a:t>retina photo looks like from a distance, not what is inside it.</a:t>
            </a:r>
          </a:p>
          <a:p>
            <a:endParaRPr/>
          </a:p>
          <a:p>
            <a:r>
              <a:t>The FID table says the same thing with a number. FID measures the distance between two sets of images -</a:t>
            </a:r>
          </a:p>
          <a:p>
            <a:r>
              <a:t>lower is better. Between our synthetic images and real ones it is 200 at 64 pixels and 247 at 256</a:t>
            </a:r>
          </a:p>
          <a:p>
            <a:r>
              <a:t>pixels. But when you compare real images against other real images, you get 27 and 29. So we are about</a:t>
            </a:r>
          </a:p>
          <a:p>
            <a:r>
              <a:t>eight times further away from the real distribution than real data is from itself. That is a big gap,</a:t>
            </a:r>
          </a:p>
          <a:p>
            <a:r>
              <a:t>and it tells you in advance that these images are unlikely to teach a classifier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And here is the verdict, measured on a test set that is one hundred percent real images.</a:t>
            </a:r>
          </a:p>
          <a:p>
            <a:endParaRPr/>
          </a:p>
          <a:p>
            <a:r>
              <a:t>Look at the top row. Training on real data only gives a mean rare-class recall of 0.878. Adding our</a:t>
            </a:r>
          </a:p>
          <a:p>
            <a:r>
              <a:t>synthetic images actually lowers it to 0.833. And classic oversampling is worse still at 0.807. So</a:t>
            </a:r>
          </a:p>
          <a:p>
            <a:r>
              <a:t>synthetic data did not beat either comparison. By the rule we fixed in advance, the answer is False.</a:t>
            </a:r>
          </a:p>
          <a:p>
            <a:endParaRPr/>
          </a:p>
          <a:p>
            <a:r>
              <a:t>The second row is the most telling. Retinal detachment - the rarest class, only 31 positives in the</a:t>
            </a:r>
          </a:p>
          <a:p>
            <a:r>
              <a:t>test set - drops from 0.839 recall with real data to 0.710 with synthetic. So the synthetic images did</a:t>
            </a:r>
          </a:p>
          <a:p>
            <a:r>
              <a:t>not just fail to help, they actively hurt exactly the class they were meant to help. That makes sense:</a:t>
            </a:r>
          </a:p>
          <a:p>
            <a:r>
              <a:t>if you show the model fake images that do not contain a real detachment but are labelled as one, you</a:t>
            </a:r>
          </a:p>
          <a:p>
            <a:r>
              <a:t>are teaching it something wrong.</a:t>
            </a:r>
          </a:p>
          <a:p>
            <a:endParaRPr/>
          </a:p>
          <a:p>
            <a:r>
              <a:t>Two side observations. First, this result was predictable from the FID number - our images were far</a:t>
            </a:r>
          </a:p>
          <a:p>
            <a:r>
              <a:t>from the real distribution, so this is internally consistent, not a surprise. Second, oversampling is</a:t>
            </a:r>
          </a:p>
          <a:p>
            <a:r>
              <a:t>interesting: it gives much better ranking, PR-AUC 0.797 versus 0.653, but worse recall at a fixed</a:t>
            </a:r>
          </a:p>
          <a:p>
            <a:r>
              <a:t>threshold. It trades sensitivity for precision.</a:t>
            </a:r>
          </a:p>
          <a:p>
            <a:endParaRPr/>
          </a:p>
          <a:p>
            <a:r>
              <a:t>Now, why report a failure at all? Because the whole pipeline exists and was measured properly on real</a:t>
            </a:r>
          </a:p>
          <a:p>
            <a:r>
              <a:t>data. That turns "we tried it and it did not work" into a specific, useful statement: the bottleneck is</a:t>
            </a:r>
          </a:p>
          <a:p>
            <a:r>
              <a:t>image quality, not the augmentation idea. So the next step is a better generator - the higher</a:t>
            </a:r>
          </a:p>
          <a:p>
            <a:r>
              <a:t>resolution latent diffusion model - not a different augmentation recipe. A negative result that tells</a:t>
            </a:r>
          </a:p>
          <a:p>
            <a:r>
              <a:t>you where to go next is a real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Experiment XI is the closing experiment, and it asks the question that decides whether any of the</a:t>
            </a:r>
          </a:p>
          <a:p>
            <a:r>
              <a:t>previous work matters.</a:t>
            </a:r>
          </a:p>
          <a:p>
            <a:endParaRPr/>
          </a:p>
          <a:p>
            <a:r>
              <a:t>Every experiment up to this point trained and tested on MMRDR. The risk with that is real: a model can</a:t>
            </a:r>
          </a:p>
          <a:p>
            <a:r>
              <a:t>get high in-domain accuracy by learning shortcuts that have nothing to do with disease - the colour</a:t>
            </a:r>
          </a:p>
          <a:p>
            <a:r>
              <a:t>cast of one particular camera, or the grading habits of one particular hospital. Those shortcuts</a:t>
            </a:r>
          </a:p>
          <a:p>
            <a:r>
              <a:t>collapse the moment you show it data from somewhere else.</a:t>
            </a:r>
          </a:p>
          <a:p>
            <a:endParaRPr/>
          </a:p>
          <a:p>
            <a:r>
              <a:t>So here we took two completely outside datasets. APTOS 2019 - that is the Kaggle blindness detection</a:t>
            </a:r>
          </a:p>
          <a:p>
            <a:r>
              <a:t>data, 3,662 images from an Indian population. And IDRiD, another public grading dataset. Different</a:t>
            </a:r>
          </a:p>
          <a:p>
            <a:r>
              <a:t>cameras, different patients, never seen during training. This study is grading only, because the</a:t>
            </a:r>
          </a:p>
          <a:p>
            <a:r>
              <a:t>zero-to-four severity scale is the one thing all public DR datasets share - our seven-lesion vocabulary</a:t>
            </a:r>
          </a:p>
          <a:p>
            <a:r>
              <a:t>is specific to MMRDR and does not exist elsewhere.</a:t>
            </a:r>
          </a:p>
          <a:p>
            <a:endParaRPr/>
          </a:p>
          <a:p>
            <a:r>
              <a:t>We ran two protocols. Zero-shot means we just take the model as it is and ask it to grade - no fitting</a:t>
            </a:r>
          </a:p>
          <a:p>
            <a:r>
              <a:t>of any kind. Few-shot means we freeze the backbone, take the features, and fit a small logistic</a:t>
            </a:r>
          </a:p>
          <a:p>
            <a:r>
              <a:t>classifier on just k labelled images per class - one, five, ten or twenty. We repeat that five times</a:t>
            </a:r>
          </a:p>
          <a:p>
            <a:r>
              <a:t>with different random examples and report the average.</a:t>
            </a:r>
          </a:p>
          <a:p>
            <a:endParaRPr/>
          </a:p>
          <a:p>
            <a:r>
              <a:t>And we tested three models. Two colour-fundus models - the CNN from Experiment I and the rebuilt</a:t>
            </a:r>
          </a:p>
          <a:p>
            <a:r>
              <a:t>RETFound from Experiment II - plus one deliberate negative control: a model trained on ultra-widefield</a:t>
            </a:r>
          </a:p>
          <a:p>
            <a:r>
              <a:t>images, the wrong modality. If our results are real, that control should do measurably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results, and there are three clear patterns.</a:t>
            </a:r>
          </a:p>
          <a:p>
            <a:endParaRPr/>
          </a:p>
          <a:p>
            <a:r>
              <a:t>Start with the top-left table, zero-shot. On APTOS - the clean benchmark - both our colour-fundus</a:t>
            </a:r>
          </a:p>
          <a:p>
            <a:r>
              <a:t>models score around 0.85 to 0.86 quadratic kappa on data they have never seen. That is genuinely</a:t>
            </a:r>
          </a:p>
          <a:p>
            <a:r>
              <a:t>strong. Meanwhile the ultra-widefield control, the wrong-modality model, sits at 0.689. That gap is</a:t>
            </a:r>
          </a:p>
          <a:p>
            <a:r>
              <a:t>important: it tells us the good scores are real transfer, not just an easy metric. IDRiD is harder -</a:t>
            </a:r>
          </a:p>
          <a:p>
            <a:r>
              <a:t>everything compresses into the 0.59 to 0.63 range - and that is partly because it is a much smaller</a:t>
            </a:r>
          </a:p>
          <a:p>
            <a:r>
              <a:t>test set, only 309 images.</a:t>
            </a:r>
          </a:p>
          <a:p>
            <a:endParaRPr/>
          </a:p>
          <a:p>
            <a:r>
              <a:t>One thing worth mentioning: kappa is much higher than raw accuracy, 0.86 versus 0.71. That is because</a:t>
            </a:r>
          </a:p>
          <a:p>
            <a:r>
              <a:t>quadratic kappa gives partial credit for being close. So when our model is wrong, it is usually wrong</a:t>
            </a:r>
          </a:p>
          <a:p>
            <a:r>
              <a:t>by one grade, not by three. Clinically, that is the good kind of wrong.</a:t>
            </a:r>
          </a:p>
          <a:p>
            <a:endParaRPr/>
          </a:p>
          <a:p>
            <a:r>
              <a:t>Now the few-shot table and the graph. RETFound on IDRiD climbs from 0.593 to 0.711 with just twenty</a:t>
            </a:r>
          </a:p>
          <a:p>
            <a:r>
              <a:t>labelled images per class - that is a jump of about 12 points from almost no data. And look at the</a:t>
            </a:r>
          </a:p>
          <a:p>
            <a:r>
              <a:t>control: on APTOS its own head gives 0.689, but if you throw its head away and fit a fresh one on its</a:t>
            </a:r>
          </a:p>
          <a:p>
            <a:r>
              <a:t>frozen features, it climbs to 0.759. So even a wrong-modality model has usable features - it is the</a:t>
            </a:r>
          </a:p>
          <a:p>
            <a:r>
              <a:t>head that was mismatched.</a:t>
            </a:r>
          </a:p>
          <a:p>
            <a:endParaRPr/>
          </a:p>
          <a:p>
            <a:r>
              <a:t>The flip side is on clean APTOS: the CFP models' own heads already beat the small probe. That is not a</a:t>
            </a:r>
          </a:p>
          <a:p>
            <a:r>
              <a:t>failure, it just means when your head already fits the domain, there is no headroom left for a</a:t>
            </a:r>
          </a:p>
          <a:p>
            <a:r>
              <a:t>twenty-image probe to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close, one message from each experiment.</a:t>
            </a:r>
          </a:p>
          <a:p>
            <a:endParaRPr/>
          </a:p>
          <a:p>
            <a:r>
              <a:t>Experiment II: verify, do not assume. A transfer-learning result means nothing unless you have proven</a:t>
            </a:r>
          </a:p>
          <a:p>
            <a:r>
              <a:t>the transfer actually happened. Our 66.5 percent was never a real finding about RETFound - it was a</a:t>
            </a:r>
          </a:p>
          <a:p>
            <a:r>
              <a:t>bug that printed a success message. Once fixed, we got 80.94 percent and reproduced three of the four</a:t>
            </a:r>
          </a:p>
          <a:p>
            <a:r>
              <a:t>published numbers inside their confidence intervals.</a:t>
            </a:r>
          </a:p>
          <a:p>
            <a:endParaRPr/>
          </a:p>
          <a:p>
            <a:r>
              <a:t>Experiment X: a negative result is worth having if it tells you where to go next. Generated images did</a:t>
            </a:r>
          </a:p>
          <a:p>
            <a:r>
              <a:t>not help rare-lesion detection. But because we built the full pipeline and measured it on a completely</a:t>
            </a:r>
          </a:p>
          <a:p>
            <a:r>
              <a:t>real test set, we can say precisely why - the image quality is too low, FID 247 against a floor of 29 -</a:t>
            </a:r>
          </a:p>
          <a:p>
            <a:r>
              <a:t>and therefore precisely what to try next: a better generator, not a different augmentation strategy.</a:t>
            </a:r>
          </a:p>
          <a:p>
            <a:endParaRPr/>
          </a:p>
          <a:p>
            <a:r>
              <a:t>Experiment XI: the representations we built are not tied to our dataset. Our models grade an unseen</a:t>
            </a:r>
          </a:p>
          <a:p>
            <a:r>
              <a:t>dataset at 0.86 kappa with no adaptation at all, and the foundation model transfers best. Practically,</a:t>
            </a:r>
          </a:p>
          <a:p>
            <a:r>
              <a:t>that means the cheapest way to deploy this at a new hospital is not to retrain everything - it is to</a:t>
            </a:r>
          </a:p>
          <a:p>
            <a:r>
              <a:t>collect a small labelled set and fit a light calibration layer on frozen features.</a:t>
            </a:r>
          </a:p>
          <a:p>
            <a:endParaRPr/>
          </a:p>
          <a:p>
            <a:r>
              <a:t>And if you notice, there is one thread through all three: in each case the value came from the check,</a:t>
            </a:r>
          </a:p>
          <a:p>
            <a:r>
              <a:t>not the claim. A verified weight load in the first, a hundred percent real test set in the second, an</a:t>
            </a:r>
          </a:p>
          <a:p>
            <a:r>
              <a:t>unseen dataset in the third. Thank you -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7EC8D3"/>
                </a:solidFill>
                <a:latin typeface="Segoe UI"/>
              </a:rPr>
              <a:t>MMRDR DIABETIC RETINOPATHY  |  PAPER 2  |  INTERNSHIP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The Three Latest Experiments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C4D2E2"/>
                </a:solidFill>
                <a:latin typeface="Segoe UI"/>
              </a:rPr>
              <a:t>What we had before, and what we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69080"/>
            <a:ext cx="1280160" cy="45720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Experiment II   -   Rebuilding the RETFound foundation-model baseline (CFP)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Experiment X   -   Synthetic rare-lesion generation with a diffusion model (UWF)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Experiment XI  -   Zero-shot and few-shot transfer to unseen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1033272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8FA3B8"/>
                </a:solidFill>
                <a:latin typeface="Segoe UI"/>
              </a:rPr>
              <a:t>Last edited 20-22 July 2026  |  report/report.tex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The three experiments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1106423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Experiment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Situation before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we changed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Outcome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II - RETFound
baseline (CFP)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RETFound gave only 66.50%
grade accuracy - looked like
the method had failed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Audited the code: weights
never loaded. Rebuilt with timm,
512px, full fine-tune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80.94% - matches the
published baseline
(paper: 82.2%)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X - Synthetic
generation (UWF)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Rare lesions (only 238 RD cases)
handled by oversampling - the
same images repeated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Trained a conditional diffusion
model to create new rare
retinas; tested honestly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Negative verdict: real-only
is still best
(0.878 vs 0.833 recall)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XI - Cross-dataset
transfer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Everything trained AND tested
on MMRDR only - no proof it
works elsewhere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Froze 3 models, tested on
APTOS + IDRiD, zero-shot
and few-shot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Models generalise:
QWK 0.86 zero-shot
on unseen APTOS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II  -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A 66.5% result that did not add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Segoe UI"/>
              </a:rPr>
              <a:t>RETFound is pretrained on 1.6 million retinal images. The MMRDR paper reports 82.2% grade accuracy with it. Our earlier run reported 66.50%.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301752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400" b="1" i="0">
                <a:solidFill>
                  <a:srgbClr val="B46A0B"/>
                </a:solidFill>
                <a:latin typeface="Segoe UI"/>
              </a:rPr>
              <a:t>66.50%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B6674"/>
                </a:solidFill>
                <a:latin typeface="Segoe UI"/>
              </a:rPr>
              <a:t>earlier attempt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724912"/>
            <a:ext cx="301752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400" b="1" i="0">
                <a:solidFill>
                  <a:srgbClr val="142A4A"/>
                </a:solidFill>
                <a:latin typeface="Segoe UI"/>
              </a:rPr>
              <a:t>82.20%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B6674"/>
                </a:solidFill>
                <a:latin typeface="Segoe UI"/>
              </a:rPr>
              <a:t>published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688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724912"/>
            <a:ext cx="292608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400" b="1" i="0">
                <a:solidFill>
                  <a:srgbClr val="A83232"/>
                </a:solidFill>
                <a:latin typeface="Segoe UI"/>
              </a:rPr>
              <a:t>15.7 pts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B6674"/>
                </a:solidFill>
                <a:latin typeface="Segoe UI"/>
              </a:rPr>
              <a:t>unexplained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900" b="1" i="0">
                <a:solidFill>
                  <a:srgbClr val="142A4A"/>
                </a:solidFill>
                <a:latin typeface="Segoe UI"/>
              </a:rPr>
              <a:t>The decision: do not accept the number - audit the code first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6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A silent bug in a weight-loading routine looks exactly like a genuine negative result. You cannot tell them apart unless you explicitly test for it.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So before re-running anything, the whole loading path was inspected line by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II  -  THE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Three defects found - the first one invalidates the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82296" cy="1417320"/>
          </a:xfrm>
          <a:prstGeom prst="rect">
            <a:avLst/>
          </a:prstGeom>
          <a:solidFill>
            <a:srgbClr val="A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10424160" cy="11887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142A4A"/>
                </a:solidFill>
                <a:latin typeface="Segoe UI"/>
              </a:rPr>
              <a:t>(1)   The pretrained weights never loaded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RETFound ships a timm-style checkpoint (blocks.i.*). The old code renamed those keys onto torchvision's ViT by string substitution - not a valid mapping. With strict=False, 290 of 294 tensors were silently thrown away and a success message was printed anyway.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3232"/>
                </a:solidFill>
                <a:latin typeface="Segoe UI"/>
              </a:rPr>
              <a:t>Only 4 of 294 tensors transferred  -&gt;  it was a randomly initialised ViT-Large.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18688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218688"/>
            <a:ext cx="82296" cy="1417320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10424160" cy="11887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142A4A"/>
                </a:solidFill>
                <a:latin typeface="Segoe UI"/>
              </a:rPr>
              <a:t>(2)   The layer-freezing code never ran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The routine did int(name.split('.')[3]), which on a real parameter name lands on the text 'ln_1'. That raises ValueError, so the loop skipped every parameter.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B46A0B"/>
                </a:solidFill>
                <a:latin typeface="Segoe UI"/>
              </a:rPr>
              <a:t>Nothing was ever frozen, despite the stated 'train last 6 blocks'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91456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791456"/>
            <a:ext cx="82296" cy="141732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10328"/>
            <a:ext cx="10424160" cy="11887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1" i="0">
                <a:solidFill>
                  <a:srgbClr val="142A4A"/>
                </a:solidFill>
                <a:latin typeface="Segoe UI"/>
              </a:rPr>
              <a:t>(3)   Protocol weaknesses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No LR schedule or warmup, no fixed seed, a random split instead of the dataset's official one, validation reused as test, and only accuracy recorded.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5B6674"/>
                </a:solidFill>
                <a:latin typeface="Segoe UI"/>
              </a:rPr>
              <a:t>Even a correct number would not have been comparable to the paper.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II  -  WHAT WE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Rebuild the load path, then prove it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B46A0B"/>
                </a:solidFill>
                <a:latin typeface="Segoe UI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12848"/>
            <a:ext cx="4754880" cy="1645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torchvision ViT + hand-written key renaming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strict=False, no check on what loaded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Freeze last-6-blocks (silently never applied)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Random split; validation used as test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No warmup / schedule / 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182880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1E7A4B"/>
                </a:solidFill>
                <a:latin typeface="Segoe U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212848"/>
            <a:ext cx="4754880" cy="1645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Build the backbone with timm - names match the checkpoint natively; position embedding interpolated 197 -&gt; 1025 for 512px input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Full fine-tune of all 304M params with layer-wise LR decay 0.65 instead of a hard freeze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Official partition: 7,559 train / 1,334 val / 2,225 held-out test (split hash 8ba3ee31bb06)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3 warmup epochs + cosine schedule, fixed seed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25112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Segoe UI"/>
              </a:rPr>
              <a:t>Three verification gates that RAISE instead of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3291840" cy="10972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C8C"/>
                </a:solidFill>
                <a:latin typeface="Segoe UI"/>
              </a:rPr>
              <a:t>Key matching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288 / 288 block tensors matched (100%), zero missing, zero unexpected. Aborts below 95%.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754880"/>
            <a:ext cx="3291840" cy="10972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C8C"/>
                </a:solidFill>
                <a:latin typeface="Segoe UI"/>
              </a:rPr>
              <a:t>Weight statistics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Attention std grows with depth (0.0216 -&gt; 0.0328); a random ViT is flat at ~0.020. Uses no names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754880"/>
            <a:ext cx="3291840" cy="10972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C8C"/>
                </a:solidFill>
                <a:latin typeface="Segoe UI"/>
              </a:rPr>
              <a:t>Functional probe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Frozen backbone + linear head only: 0.6475 vs 0.5907 majority baseline. A random ViT cannot beat the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II  - 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66.50%  -&gt;  80.94%, and the published baseline reproduced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5577838" cy="1969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Paper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Ours @0.5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95% CI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Tuned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Grade accuracy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0.822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0.8094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[0.792, 0.825]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0.8094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Grade macro-F1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0.714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0.6920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[0.665, 0.718]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0.6920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Lesion accuracy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0.951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0.9476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[0.943, 0.951]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0.9415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Lesion macro-F1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0.682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0.6051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[0.570, 0.636]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0.6743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94760"/>
            <a:ext cx="5577840" cy="22860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50" b="0" i="0">
                <a:solidFill>
                  <a:srgbClr val="1F2A37"/>
                </a:solidFill>
                <a:latin typeface="Segoe UI"/>
              </a:rPr>
              <a:t>The first three intervals contain the published value - a statistical match.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50" b="0" i="0">
                <a:solidFill>
                  <a:srgbClr val="1F2A37"/>
                </a:solidFill>
                <a:latin typeface="Segoe UI"/>
              </a:rPr>
              <a:t>Supporting: quadratic kappa 0.8838, macro-AUROC 0.9706, MCC 0.6735.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50" b="0" i="0">
                <a:solidFill>
                  <a:srgbClr val="1F2A37"/>
                </a:solidFill>
                <a:latin typeface="Segoe UI"/>
              </a:rPr>
              <a:t>Lesion F1 gap is calibration, not capability: VB/IRMA scores 0.000 at a 0.5 threshold yet has AUROC 0.949 - the model ranks it almost perfectly but never crosses 0.5. Per-lesion thresholds fitted on validation recover 0.6743.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1E7A4B"/>
                </a:solidFill>
                <a:latin typeface="Segoe UI"/>
              </a:rPr>
              <a:t>The +14.4 point jump comes from the corrected weight load, not longer training.</a:t>
            </a:r>
          </a:p>
        </p:txBody>
      </p:sp>
      <p:pic>
        <p:nvPicPr>
          <p:cNvPr id="10" name="Picture 9" descr="exp2-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5257800" cy="1971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06240"/>
            <a:ext cx="52578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1">
                <a:solidFill>
                  <a:srgbClr val="5B6674"/>
                </a:solidFill>
                <a:latin typeface="Segoe UI"/>
              </a:rPr>
              <a:t>Left: grade confusion matrix, strongly near-diagonal (kappa 0.884). Right: per-lesion F1 vs the published 0.682; rare PDR lesions in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X  - 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Can we invent new rare-lesion images instead of repeating old ones?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Segoe UI"/>
              </a:rPr>
              <a:t>The rare-class problem: retinal detachment has only 238 positives in UWF - 2.3% of the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B46A0B"/>
                </a:solidFill>
                <a:latin typeface="Segoe UI"/>
              </a:rPr>
              <a:t>BEFORE  -  OVERSAMPLING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52928"/>
            <a:ext cx="4754880" cy="1645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The same few rare images are shown to the model again and again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No new information is added - the network can memorise those exact pictures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Helps the loss, but not the model's understanding of what the lesion looks 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46888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1E7A4B"/>
                </a:solidFill>
                <a:latin typeface="Segoe UI"/>
              </a:rPr>
              <a:t>NOW  -  GENERATE NEW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852928"/>
            <a:ext cx="4754880" cy="1645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Conditional pixel-space DDPM: noise a real masked retina over T=200 steps, train a small U-Net to predict that noise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Classifier-free guidance (drop condition p=0.10, sample with w=3) so we can ask for 'rare lesion present'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3.86M-param SmallCondUNet, 64x64; production design is a LoRA latent-diffusion model at 256px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 i="0">
                <a:solidFill>
                  <a:srgbClr val="0F7C8C"/>
                </a:solidFill>
                <a:latin typeface="Segoe UI"/>
              </a:rPr>
              <a:t>The decisive test was fixed in advance (pre-registered)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Train the same classifier three ways - real only / real + oversampling / real + synthetic - on one frozen 70-15-15 split, and compare rare-class recall on a test set that is 100% real. Synthetic must beat BOTH other regimes without hurting grade kappa or common-lesion F1.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X  -  WHAT CAME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The generator converged - but the images are far from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pic>
        <p:nvPicPr>
          <p:cNvPr id="8" name="Picture 7" descr="exp10-realsynth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66928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617720"/>
            <a:ext cx="566928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1">
                <a:solidFill>
                  <a:srgbClr val="5B6674"/>
                </a:solidFill>
                <a:latin typeface="Segoe UI"/>
              </a:rPr>
              <a:t>Top: real UWF retinas.  Bottom: rare-conditioned synthetic samples at 256px (guidance w=3).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029200" cy="42062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Segoe UI"/>
              </a:rPr>
              <a:t>Training went fine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Noise-prediction MSE fell 0.081 -&gt; 0.0161 (best at epoch 39 of a 41-epoch full run on 2x T4). Samples are diverse - mean pairwise distance 29.9, so no mode collapse.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A83232"/>
                </a:solidFill>
                <a:latin typeface="Segoe UI"/>
              </a:rPr>
              <a:t>But fidelity is the bottleneck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3703320"/>
          <a:ext cx="50292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FID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Synthetic vs real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Real vs real floor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64 px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200.0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26.8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256 px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246.9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29.2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4937760"/>
            <a:ext cx="5029200" cy="11887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The samples reproduce the elliptical field of view and the green/orange UWF colouring, but contain no recognisable vasculature and no lesion structure. FID says the same thing numerically: ~8x above the real-vs-real floor.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X  -  THE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A clean negative result: real-only stays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58521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 (100% real test set)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+ oversample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+ synthetic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Mean rare recall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0.878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0.807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RD recall (rarest, n=31)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0.839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0.774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0.710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Rare macro PR-AUC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0.653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0.797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0.665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Grade kappa (guardrail)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0.902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0.880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0.892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Common-lesion F1 (guardrail)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0.717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7"/>
                          </a:solidFill>
                          <a:latin typeface="Segoe UI"/>
                        </a:rPr>
                        <a:t>0.716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exp10-ver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5029200" cy="15474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3566160"/>
            <a:ext cx="50292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1">
                <a:solidFill>
                  <a:srgbClr val="5B6674"/>
                </a:solidFill>
                <a:latin typeface="Segoe UI"/>
              </a:rPr>
              <a:t>Per-rare-lesion recall (left) and the headline plus guardrails (right), by training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852160" cy="20116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 i="0">
                <a:solidFill>
                  <a:srgbClr val="A83232"/>
                </a:solidFill>
                <a:latin typeface="Segoe UI"/>
              </a:rPr>
              <a:t>Verdict: FALSE - synthetic beats neither comparison, and RD recall actually drops 13 points.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The FID gate predicted it: images 200-250 FID from the real manifold cannot teach a classifier what a lesion looks like.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Oversampling improves ranking (PR-AUC 0.797) but lowers thresholded recall - it trades sensitivity for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5029200" cy="17373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 i="0">
                <a:solidFill>
                  <a:srgbClr val="142A4A"/>
                </a:solidFill>
                <a:latin typeface="Segoe UI"/>
              </a:rPr>
              <a:t>Why this is still worth reporting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The pipeline is fully built and measured on a 100%-real test set, so the finding is trustworthy rather than anecdotal - and it localises the bottleneck precisely: generation fidelity, not the augmentation recipe. The next step is a higher-resolution latent-diffusion generator, not a different augmentation method.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XI  - 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Does any of this work outside MMRDR?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B46A0B"/>
                </a:solidFill>
                <a:latin typeface="Segoe UI"/>
              </a:rPr>
              <a:t>BEFORE  -  EVERY EXPERIMENT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12848"/>
            <a:ext cx="4754880" cy="1508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Trained and evaluated on MMRDR only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In-domain accuracy can reward dataset-specific shortcuts: a camera's colour cast, one site's grading habits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No evidence the models learned transferable retinal pathology rather than one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1828800"/>
            <a:ext cx="47548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1E7A4B"/>
                </a:solidFill>
                <a:latin typeface="Segoe UI"/>
              </a:rPr>
              <a:t>NOW  -  TEST ON DATA NEVER SEEN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212848"/>
            <a:ext cx="4754880" cy="1508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APTOS 2019 (3,662 images, Indian population) split 50/50 into support/test; IDRiD Disease-Grading (1,239 / 309)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Grade-only study: the 0-4 ICDR scale is the one label space public DR datasets share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Different cameras, different cohorts - a genuine domain 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4846320" cy="17373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 i="0">
                <a:solidFill>
                  <a:srgbClr val="142A4A"/>
                </a:solidFill>
                <a:latin typeface="Segoe UI"/>
              </a:rPr>
              <a:t>Two protocols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Zero-shot: use each model's own grade head, argmax over its 5 logits. No fitting at all.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Few-shot: freeze the backbone, extract features once, fit a fresh logistic head on k images per class. 5 independent support draws, mean +/- std; zero-shot is the k=0 anchor.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4187952"/>
            <a:ext cx="4846320" cy="17373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 i="0">
                <a:solidFill>
                  <a:srgbClr val="142A4A"/>
                </a:solidFill>
                <a:latin typeface="Segoe UI"/>
              </a:rPr>
              <a:t>Three models, all frozen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MS-LAN - the multi-scale dual-branch CNN (Exp I, CFP, 512px)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RETFound ViT-L/16 - the rebuilt fine-tune from Exp II (512px)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F7C8C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UWF SupCon (Exp VI) - a deliberate negative control, trained on the wrong modality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EXPERIMENT XI  -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The models generalise - and the foundation model transfers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39495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Zero-shot (QWK)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APTOS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IDRiD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MS-LAN (CFP)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0.854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0.626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RETFound (CFP)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0.860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0.593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UWF SupCon (control)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0.689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F2A37"/>
                          </a:solidFill>
                          <a:latin typeface="Segoe UI"/>
                        </a:rPr>
                        <a:t>0.598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2044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Few-shot QWK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k=0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k=1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k=5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k=10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k=20</a:t>
                      </a:r>
                    </a:p>
                  </a:txBody>
                  <a:tcPr marT="18288" marB="18288" anchor="ctr"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RETFound / IDRiD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0.593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0.589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0.660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0.697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0.711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UWF ctrl / APTOS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0.689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0.425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0.575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0.712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0.759</a:t>
                      </a:r>
                    </a:p>
                  </a:txBody>
                  <a:tcPr marT="18288" marB="18288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MS-LAN / APTOS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0.854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0.691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0.749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0.770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Segoe UI"/>
                        </a:rPr>
                        <a:t>0.776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exp11-few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303520" cy="23167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The foundation model is the best all-round generaliser - top zero-shot on the clean benchmark (0.860) and the largest few-shot recovery on the shifted one (+0.118).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Modality matters: the wrong-modality control sits at 0.689 vs ~0.86 on APTOS - so the CFP models' transfer is real, not a metric artefact.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F7C8C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Few-shot value is inversely related to source-head fit: a small probe helps most where the original head is domain-shifted, and adds nothing when it is already well calibrated.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0F7C8C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42A4A"/>
                </a:solidFill>
                <a:latin typeface="Segoe UI"/>
              </a:rPr>
              <a:t>What the three experiments add to the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8229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B6674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5B6674"/>
                </a:solidFill>
                <a:latin typeface="Segoe UI"/>
              </a:rPr>
              <a:t>MMRDR Diabetic Retinopathy - Paper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66160" cy="68580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017520" cy="2743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C8C"/>
                </a:solidFill>
                <a:latin typeface="Segoe UI"/>
              </a:rPr>
              <a:t>EXPERIMENT II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42A4A"/>
                </a:solidFill>
                <a:latin typeface="Segoe UI"/>
              </a:rPr>
              <a:t>Verify, don't assume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A foundation-model transfer result is uninterpretable unless the weight transfer itself is explicitly tested. The 66.5% was a bug, not a finding; correcting it gave 80.94% and reproduced 3 of 4 published metrics inside their confidence intervals.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916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79" y="1691640"/>
            <a:ext cx="3566160" cy="68580"/>
          </a:xfrm>
          <a:prstGeom prst="rect">
            <a:avLst/>
          </a:prstGeom>
          <a:solidFill>
            <a:srgbClr val="B4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1999" y="1965960"/>
            <a:ext cx="3017520" cy="2743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B46A0B"/>
                </a:solidFill>
                <a:latin typeface="Segoe UI"/>
              </a:rPr>
              <a:t>EXPERIMENT X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42A4A"/>
                </a:solidFill>
                <a:latin typeface="Segoe UI"/>
              </a:rPr>
              <a:t>A negative result that points somewhere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Generated rare-lesion images did not beat real-only training (0.833 vs 0.878 recall). Because the pipeline was measured on a 100%-real test set, the bottleneck is identified precisely: generation fidelity (FID ~247 vs a 29 floor), not the augmentation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6916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8" y="1691640"/>
            <a:ext cx="3566160" cy="6858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38" y="1965960"/>
            <a:ext cx="3017520" cy="2743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E7A4B"/>
                </a:solidFill>
                <a:latin typeface="Segoe UI"/>
              </a:rPr>
              <a:t>EXPERIMENT XI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42A4A"/>
                </a:solidFill>
                <a:latin typeface="Segoe UI"/>
              </a:rPr>
              <a:t>The representations are not dataset-bound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F2A37"/>
                </a:solidFill>
                <a:latin typeface="Segoe UI"/>
              </a:rPr>
              <a:t>MMRDR-trained CFP models grade an unseen dataset at QWK ~0.86 with no adaptation. The cheapest route to a cross-site grader is not retraining but a small labelled calibration set on frozen foundation-model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One thread runs through all three: the result is only as trustworthy as the check behind it - a verified weight load, a 100%-real test set, an unseen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5355</Words>
  <Application>Microsoft Office PowerPoint</Application>
  <PresentationFormat>Widescreen</PresentationFormat>
  <Paragraphs>481</Paragraphs>
  <Slides>12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Krrish Baghla</cp:lastModifiedBy>
  <cp:revision>1</cp:revision>
  <dcterms:created xsi:type="dcterms:W3CDTF">2013-01-27T09:14:16Z</dcterms:created>
  <dcterms:modified xsi:type="dcterms:W3CDTF">2026-08-13T14:21:34Z</dcterms:modified>
  <cp:category/>
</cp:coreProperties>
</file>